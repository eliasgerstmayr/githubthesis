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399"/>
    <p:restoredTop sz="95008"/>
  </p:normalViewPr>
  <p:slideViewPr>
    <p:cSldViewPr snapToGrid="0" snapToObjects="1">
      <p:cViewPr>
        <p:scale>
          <a:sx n="233" d="100"/>
          <a:sy n="233" d="100"/>
        </p:scale>
        <p:origin x="-80" y="-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printerSettings" Target="printerSettings/printerSettings1.bin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BDE6F-E86C-984D-B203-52B2830F7FC5}" type="datetimeFigureOut">
              <a:rPr lang="en-US" smtClean="0"/>
              <a:t>15/03/17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2746B-8562-3843-8C89-8D811937DB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2949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BDE6F-E86C-984D-B203-52B2830F7FC5}" type="datetimeFigureOut">
              <a:rPr lang="en-US" smtClean="0"/>
              <a:t>15/03/17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2746B-8562-3843-8C89-8D811937DB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7609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BDE6F-E86C-984D-B203-52B2830F7FC5}" type="datetimeFigureOut">
              <a:rPr lang="en-US" smtClean="0"/>
              <a:t>15/03/17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2746B-8562-3843-8C89-8D811937DB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52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BDE6F-E86C-984D-B203-52B2830F7FC5}" type="datetimeFigureOut">
              <a:rPr lang="en-US" smtClean="0"/>
              <a:t>15/03/17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2746B-8562-3843-8C89-8D811937DB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5589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BDE6F-E86C-984D-B203-52B2830F7FC5}" type="datetimeFigureOut">
              <a:rPr lang="en-US" smtClean="0"/>
              <a:t>15/03/17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2746B-8562-3843-8C89-8D811937DB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359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BDE6F-E86C-984D-B203-52B2830F7FC5}" type="datetimeFigureOut">
              <a:rPr lang="en-US" smtClean="0"/>
              <a:t>15/03/17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2746B-8562-3843-8C89-8D811937DB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5568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BDE6F-E86C-984D-B203-52B2830F7FC5}" type="datetimeFigureOut">
              <a:rPr lang="en-US" smtClean="0"/>
              <a:t>15/03/17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2746B-8562-3843-8C89-8D811937DB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969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BDE6F-E86C-984D-B203-52B2830F7FC5}" type="datetimeFigureOut">
              <a:rPr lang="en-US" smtClean="0"/>
              <a:t>15/03/17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2746B-8562-3843-8C89-8D811937DB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1397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BDE6F-E86C-984D-B203-52B2830F7FC5}" type="datetimeFigureOut">
              <a:rPr lang="en-US" smtClean="0"/>
              <a:t>15/03/17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2746B-8562-3843-8C89-8D811937DB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8101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BDE6F-E86C-984D-B203-52B2830F7FC5}" type="datetimeFigureOut">
              <a:rPr lang="en-US" smtClean="0"/>
              <a:t>15/03/17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2746B-8562-3843-8C89-8D811937DB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4054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BDE6F-E86C-984D-B203-52B2830F7FC5}" type="datetimeFigureOut">
              <a:rPr lang="en-US" smtClean="0"/>
              <a:t>15/03/17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2746B-8562-3843-8C89-8D811937DB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058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6BDE6F-E86C-984D-B203-52B2830F7FC5}" type="datetimeFigureOut">
              <a:rPr lang="en-US" smtClean="0"/>
              <a:t>15/03/17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82746B-8562-3843-8C89-8D811937DB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0916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roup 62"/>
          <p:cNvGrpSpPr/>
          <p:nvPr/>
        </p:nvGrpSpPr>
        <p:grpSpPr>
          <a:xfrm>
            <a:off x="308552" y="0"/>
            <a:ext cx="8680724" cy="6858000"/>
            <a:chOff x="308552" y="0"/>
            <a:chExt cx="8680724" cy="6858000"/>
          </a:xfrm>
        </p:grpSpPr>
        <p:pic>
          <p:nvPicPr>
            <p:cNvPr id="4" name="Picture 3" descr="MichelsonMorley_cut.jp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8552" y="0"/>
              <a:ext cx="8680724" cy="6858000"/>
            </a:xfrm>
            <a:prstGeom prst="rect">
              <a:avLst/>
            </a:prstGeom>
          </p:spPr>
        </p:pic>
        <p:cxnSp>
          <p:nvCxnSpPr>
            <p:cNvPr id="6" name="Straight Arrow Connector 5"/>
            <p:cNvCxnSpPr/>
            <p:nvPr/>
          </p:nvCxnSpPr>
          <p:spPr>
            <a:xfrm flipV="1">
              <a:off x="1508555" y="1224931"/>
              <a:ext cx="5615174" cy="72000"/>
            </a:xfrm>
            <a:prstGeom prst="straightConnector1">
              <a:avLst/>
            </a:prstGeom>
            <a:ln w="57150" cmpd="sng">
              <a:solidFill>
                <a:srgbClr val="FF0000"/>
              </a:solidFill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/>
            <p:nvPr/>
          </p:nvCxnSpPr>
          <p:spPr>
            <a:xfrm>
              <a:off x="7123729" y="1224931"/>
              <a:ext cx="631788" cy="2243557"/>
            </a:xfrm>
            <a:prstGeom prst="straightConnector1">
              <a:avLst/>
            </a:prstGeom>
            <a:ln w="57150" cmpd="sng">
              <a:solidFill>
                <a:srgbClr val="FF0000"/>
              </a:solidFill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/>
            <p:nvPr/>
          </p:nvCxnSpPr>
          <p:spPr>
            <a:xfrm flipH="1" flipV="1">
              <a:off x="1886594" y="3468488"/>
              <a:ext cx="5868925" cy="2"/>
            </a:xfrm>
            <a:prstGeom prst="straightConnector1">
              <a:avLst/>
            </a:prstGeom>
            <a:ln w="57150" cmpd="sng">
              <a:solidFill>
                <a:srgbClr val="FF0000"/>
              </a:solidFill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/>
            <p:nvPr/>
          </p:nvCxnSpPr>
          <p:spPr>
            <a:xfrm flipV="1">
              <a:off x="4003472" y="2050146"/>
              <a:ext cx="0" cy="1418342"/>
            </a:xfrm>
            <a:prstGeom prst="straightConnector1">
              <a:avLst/>
            </a:prstGeom>
            <a:ln w="57150" cmpd="sng">
              <a:solidFill>
                <a:srgbClr val="FF0000"/>
              </a:solidFill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/>
            <p:nvPr/>
          </p:nvCxnSpPr>
          <p:spPr>
            <a:xfrm>
              <a:off x="4003472" y="2050146"/>
              <a:ext cx="1508554" cy="2"/>
            </a:xfrm>
            <a:prstGeom prst="straightConnector1">
              <a:avLst/>
            </a:prstGeom>
            <a:ln w="57150" cmpd="sng">
              <a:solidFill>
                <a:srgbClr val="FF0000"/>
              </a:solidFill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/>
            <p:nvPr/>
          </p:nvCxnSpPr>
          <p:spPr>
            <a:xfrm flipH="1" flipV="1">
              <a:off x="4155871" y="2202547"/>
              <a:ext cx="1356155" cy="2"/>
            </a:xfrm>
            <a:prstGeom prst="straightConnector1">
              <a:avLst/>
            </a:prstGeom>
            <a:ln w="57150" cmpd="sng">
              <a:solidFill>
                <a:srgbClr val="FF0000"/>
              </a:solidFill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5" name="Straight Arrow Connector 34"/>
            <p:cNvCxnSpPr/>
            <p:nvPr/>
          </p:nvCxnSpPr>
          <p:spPr>
            <a:xfrm>
              <a:off x="4155871" y="2202547"/>
              <a:ext cx="2324" cy="2394167"/>
            </a:xfrm>
            <a:prstGeom prst="straightConnector1">
              <a:avLst/>
            </a:prstGeom>
            <a:ln w="57150" cmpd="sng">
              <a:solidFill>
                <a:srgbClr val="FF0000"/>
              </a:solidFill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2" name="Straight Arrow Connector 41"/>
            <p:cNvCxnSpPr/>
            <p:nvPr/>
          </p:nvCxnSpPr>
          <p:spPr>
            <a:xfrm>
              <a:off x="1886594" y="3468488"/>
              <a:ext cx="0" cy="876793"/>
            </a:xfrm>
            <a:prstGeom prst="straightConnector1">
              <a:avLst/>
            </a:prstGeom>
            <a:ln w="57150" cmpd="sng">
              <a:solidFill>
                <a:srgbClr val="FF0000"/>
              </a:solidFill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6" name="Straight Arrow Connector 45"/>
            <p:cNvCxnSpPr/>
            <p:nvPr/>
          </p:nvCxnSpPr>
          <p:spPr>
            <a:xfrm flipV="1">
              <a:off x="2079477" y="3552030"/>
              <a:ext cx="0" cy="769522"/>
            </a:xfrm>
            <a:prstGeom prst="straightConnector1">
              <a:avLst/>
            </a:prstGeom>
            <a:ln w="57150" cmpd="sng">
              <a:solidFill>
                <a:srgbClr val="FF0000"/>
              </a:solidFill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50" name="Straight Arrow Connector 49"/>
            <p:cNvCxnSpPr/>
            <p:nvPr/>
          </p:nvCxnSpPr>
          <p:spPr>
            <a:xfrm>
              <a:off x="2097016" y="3575759"/>
              <a:ext cx="1906456" cy="17017"/>
            </a:xfrm>
            <a:prstGeom prst="straightConnector1">
              <a:avLst/>
            </a:prstGeom>
            <a:ln w="57150" cmpd="sng">
              <a:solidFill>
                <a:srgbClr val="FF0000"/>
              </a:solidFill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56" name="Straight Arrow Connector 55"/>
            <p:cNvCxnSpPr/>
            <p:nvPr/>
          </p:nvCxnSpPr>
          <p:spPr>
            <a:xfrm>
              <a:off x="3979484" y="3552030"/>
              <a:ext cx="0" cy="1044684"/>
            </a:xfrm>
            <a:prstGeom prst="straightConnector1">
              <a:avLst/>
            </a:prstGeom>
            <a:ln w="57150" cmpd="sng">
              <a:solidFill>
                <a:srgbClr val="FF0000"/>
              </a:solidFill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162186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Group 65"/>
          <p:cNvGrpSpPr/>
          <p:nvPr/>
        </p:nvGrpSpPr>
        <p:grpSpPr>
          <a:xfrm>
            <a:off x="1127445" y="2075543"/>
            <a:ext cx="2897845" cy="1083489"/>
            <a:chOff x="1127445" y="2075543"/>
            <a:chExt cx="2897845" cy="1083489"/>
          </a:xfrm>
        </p:grpSpPr>
        <p:cxnSp>
          <p:nvCxnSpPr>
            <p:cNvPr id="9" name="Straight Connector 8"/>
            <p:cNvCxnSpPr/>
            <p:nvPr/>
          </p:nvCxnSpPr>
          <p:spPr>
            <a:xfrm>
              <a:off x="1714853" y="2295133"/>
              <a:ext cx="12893" cy="734959"/>
            </a:xfrm>
            <a:prstGeom prst="line">
              <a:avLst/>
            </a:prstGeom>
            <a:ln>
              <a:solidFill>
                <a:srgbClr val="FF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>
              <a:endCxn id="32" idx="2"/>
            </p:cNvCxnSpPr>
            <p:nvPr/>
          </p:nvCxnSpPr>
          <p:spPr>
            <a:xfrm flipV="1">
              <a:off x="1714853" y="3019892"/>
              <a:ext cx="1964486" cy="10200"/>
            </a:xfrm>
            <a:prstGeom prst="line">
              <a:avLst/>
            </a:prstGeom>
            <a:ln>
              <a:solidFill>
                <a:srgbClr val="FF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3307216" y="2295133"/>
              <a:ext cx="0" cy="734959"/>
            </a:xfrm>
            <a:prstGeom prst="line">
              <a:avLst/>
            </a:prstGeom>
            <a:ln>
              <a:solidFill>
                <a:srgbClr val="FF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Straight Connector 2"/>
            <p:cNvCxnSpPr/>
            <p:nvPr/>
          </p:nvCxnSpPr>
          <p:spPr>
            <a:xfrm>
              <a:off x="1605257" y="2907599"/>
              <a:ext cx="238532" cy="251433"/>
            </a:xfrm>
            <a:prstGeom prst="line">
              <a:avLst/>
            </a:prstGeom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1595587" y="2169416"/>
              <a:ext cx="238532" cy="251433"/>
            </a:xfrm>
            <a:prstGeom prst="line">
              <a:avLst/>
            </a:prstGeom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9" name="Group 28"/>
            <p:cNvGrpSpPr/>
            <p:nvPr/>
          </p:nvGrpSpPr>
          <p:grpSpPr>
            <a:xfrm>
              <a:off x="2302261" y="2075543"/>
              <a:ext cx="419043" cy="168014"/>
              <a:chOff x="2211257" y="1927655"/>
              <a:chExt cx="586661" cy="306232"/>
            </a:xfrm>
            <a:effectLst/>
          </p:grpSpPr>
          <p:cxnSp>
            <p:nvCxnSpPr>
              <p:cNvPr id="19" name="Straight Connector 18"/>
              <p:cNvCxnSpPr/>
              <p:nvPr/>
            </p:nvCxnSpPr>
            <p:spPr>
              <a:xfrm flipV="1">
                <a:off x="2797917" y="1927655"/>
                <a:ext cx="0" cy="306232"/>
              </a:xfrm>
              <a:prstGeom prst="line">
                <a:avLst/>
              </a:prstGeom>
              <a:ln w="38100" cmpd="sng">
                <a:solidFill>
                  <a:srgbClr val="7F7F7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/>
              <p:cNvCxnSpPr/>
              <p:nvPr/>
            </p:nvCxnSpPr>
            <p:spPr>
              <a:xfrm flipV="1">
                <a:off x="2211257" y="1927655"/>
                <a:ext cx="0" cy="306232"/>
              </a:xfrm>
              <a:prstGeom prst="line">
                <a:avLst/>
              </a:prstGeom>
              <a:ln w="38100" cmpd="sng">
                <a:solidFill>
                  <a:srgbClr val="7F7F7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/>
              <p:cNvCxnSpPr/>
              <p:nvPr/>
            </p:nvCxnSpPr>
            <p:spPr>
              <a:xfrm>
                <a:off x="2211257" y="1927655"/>
                <a:ext cx="586661" cy="0"/>
              </a:xfrm>
              <a:prstGeom prst="line">
                <a:avLst/>
              </a:prstGeom>
              <a:ln w="38100" cmpd="sng">
                <a:solidFill>
                  <a:srgbClr val="7F7F7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8" name="Group 27"/>
            <p:cNvGrpSpPr/>
            <p:nvPr/>
          </p:nvGrpSpPr>
          <p:grpSpPr>
            <a:xfrm rot="10800000">
              <a:off x="2302258" y="2346709"/>
              <a:ext cx="419043" cy="179022"/>
              <a:chOff x="2211257" y="2420849"/>
              <a:chExt cx="586661" cy="306232"/>
            </a:xfrm>
            <a:effectLst/>
          </p:grpSpPr>
          <p:cxnSp>
            <p:nvCxnSpPr>
              <p:cNvPr id="25" name="Straight Connector 24"/>
              <p:cNvCxnSpPr/>
              <p:nvPr/>
            </p:nvCxnSpPr>
            <p:spPr>
              <a:xfrm flipV="1">
                <a:off x="2797918" y="2420849"/>
                <a:ext cx="0" cy="306232"/>
              </a:xfrm>
              <a:prstGeom prst="line">
                <a:avLst/>
              </a:prstGeom>
              <a:ln w="38100" cmpd="sng">
                <a:solidFill>
                  <a:srgbClr val="7F7F7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>
              <a:xfrm flipV="1">
                <a:off x="2211257" y="2420849"/>
                <a:ext cx="0" cy="306232"/>
              </a:xfrm>
              <a:prstGeom prst="line">
                <a:avLst/>
              </a:prstGeom>
              <a:ln w="38100" cmpd="sng">
                <a:solidFill>
                  <a:srgbClr val="7F7F7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>
              <a:xfrm>
                <a:off x="2211257" y="2420849"/>
                <a:ext cx="586661" cy="0"/>
              </a:xfrm>
              <a:prstGeom prst="line">
                <a:avLst/>
              </a:prstGeom>
              <a:ln w="38100" cmpd="sng">
                <a:solidFill>
                  <a:srgbClr val="7F7F7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" name="Oval 1"/>
            <p:cNvSpPr/>
            <p:nvPr/>
          </p:nvSpPr>
          <p:spPr>
            <a:xfrm>
              <a:off x="2460256" y="2250815"/>
              <a:ext cx="105229" cy="103152"/>
            </a:xfrm>
            <a:prstGeom prst="ellipse">
              <a:avLst/>
            </a:prstGeom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" name="Straight Connector 4"/>
            <p:cNvCxnSpPr/>
            <p:nvPr/>
          </p:nvCxnSpPr>
          <p:spPr>
            <a:xfrm>
              <a:off x="1127445" y="2300637"/>
              <a:ext cx="2179771" cy="1754"/>
            </a:xfrm>
            <a:prstGeom prst="line">
              <a:avLst/>
            </a:prstGeom>
            <a:ln>
              <a:solidFill>
                <a:srgbClr val="FF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/>
            <p:cNvCxnSpPr/>
            <p:nvPr/>
          </p:nvCxnSpPr>
          <p:spPr>
            <a:xfrm>
              <a:off x="2302257" y="2243557"/>
              <a:ext cx="0" cy="11041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  <a:alpha val="53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2721300" y="2243557"/>
              <a:ext cx="0" cy="11041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  <a:alpha val="53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5" name="Group 14"/>
            <p:cNvGrpSpPr/>
            <p:nvPr/>
          </p:nvGrpSpPr>
          <p:grpSpPr>
            <a:xfrm rot="16200000">
              <a:off x="3679855" y="2809946"/>
              <a:ext cx="275011" cy="415858"/>
              <a:chOff x="3949632" y="3246892"/>
              <a:chExt cx="712041" cy="1030143"/>
            </a:xfrm>
          </p:grpSpPr>
          <p:sp>
            <p:nvSpPr>
              <p:cNvPr id="31" name="Rounded Rectangle 30"/>
              <p:cNvSpPr/>
              <p:nvPr/>
            </p:nvSpPr>
            <p:spPr>
              <a:xfrm>
                <a:off x="3949632" y="3420063"/>
                <a:ext cx="712041" cy="856972"/>
              </a:xfrm>
              <a:prstGeom prst="roundRect">
                <a:avLst/>
              </a:prstGeom>
              <a:solidFill>
                <a:srgbClr val="80000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2" name="Rectangle 31"/>
              <p:cNvSpPr/>
              <p:nvPr/>
            </p:nvSpPr>
            <p:spPr>
              <a:xfrm>
                <a:off x="4109489" y="3246892"/>
                <a:ext cx="381879" cy="173171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58" name="Straight Connector 57"/>
            <p:cNvCxnSpPr/>
            <p:nvPr/>
          </p:nvCxnSpPr>
          <p:spPr>
            <a:xfrm>
              <a:off x="3194394" y="2180426"/>
              <a:ext cx="238532" cy="251433"/>
            </a:xfrm>
            <a:prstGeom prst="line">
              <a:avLst/>
            </a:prstGeom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/>
          </p:nvCxnSpPr>
          <p:spPr>
            <a:xfrm>
              <a:off x="3184839" y="2890329"/>
              <a:ext cx="238532" cy="251433"/>
            </a:xfrm>
            <a:prstGeom prst="line">
              <a:avLst/>
            </a:prstGeom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7" name="Group 66"/>
          <p:cNvGrpSpPr/>
          <p:nvPr/>
        </p:nvGrpSpPr>
        <p:grpSpPr>
          <a:xfrm>
            <a:off x="1127445" y="3548784"/>
            <a:ext cx="2897846" cy="1080862"/>
            <a:chOff x="1127445" y="3548784"/>
            <a:chExt cx="2897846" cy="1080862"/>
          </a:xfrm>
        </p:grpSpPr>
        <p:grpSp>
          <p:nvGrpSpPr>
            <p:cNvPr id="22" name="Group 21"/>
            <p:cNvGrpSpPr/>
            <p:nvPr/>
          </p:nvGrpSpPr>
          <p:grpSpPr>
            <a:xfrm>
              <a:off x="1127445" y="3548784"/>
              <a:ext cx="2897846" cy="1080862"/>
              <a:chOff x="1127445" y="3548784"/>
              <a:chExt cx="2897846" cy="1080862"/>
            </a:xfrm>
          </p:grpSpPr>
          <p:cxnSp>
            <p:nvCxnSpPr>
              <p:cNvPr id="33" name="Straight Connector 32"/>
              <p:cNvCxnSpPr/>
              <p:nvPr/>
            </p:nvCxnSpPr>
            <p:spPr>
              <a:xfrm>
                <a:off x="2584832" y="3757182"/>
                <a:ext cx="12893" cy="734959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>
                <a:endCxn id="56" idx="2"/>
              </p:cNvCxnSpPr>
              <p:nvPr/>
            </p:nvCxnSpPr>
            <p:spPr>
              <a:xfrm>
                <a:off x="2597725" y="4484270"/>
                <a:ext cx="1081616" cy="9885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>
              <a:xfrm flipV="1">
                <a:off x="3307216" y="3760489"/>
                <a:ext cx="0" cy="734959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>
              <a:xfrm>
                <a:off x="2475236" y="4369648"/>
                <a:ext cx="238532" cy="251433"/>
              </a:xfrm>
              <a:prstGeom prst="line">
                <a:avLst/>
              </a:prstGeom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>
              <a:xfrm>
                <a:off x="2465566" y="3631465"/>
                <a:ext cx="238532" cy="251433"/>
              </a:xfrm>
              <a:prstGeom prst="line">
                <a:avLst/>
              </a:prstGeom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0" name="Group 39"/>
              <p:cNvGrpSpPr/>
              <p:nvPr/>
            </p:nvGrpSpPr>
            <p:grpSpPr>
              <a:xfrm>
                <a:off x="1874093" y="3548784"/>
                <a:ext cx="419043" cy="168014"/>
                <a:chOff x="2211257" y="1927655"/>
                <a:chExt cx="586661" cy="306232"/>
              </a:xfrm>
              <a:effectLst/>
            </p:grpSpPr>
            <p:cxnSp>
              <p:nvCxnSpPr>
                <p:cNvPr id="41" name="Straight Connector 40"/>
                <p:cNvCxnSpPr/>
                <p:nvPr/>
              </p:nvCxnSpPr>
              <p:spPr>
                <a:xfrm flipV="1">
                  <a:off x="2797917" y="1927655"/>
                  <a:ext cx="0" cy="306232"/>
                </a:xfrm>
                <a:prstGeom prst="line">
                  <a:avLst/>
                </a:prstGeom>
                <a:ln w="38100" cmpd="sng">
                  <a:solidFill>
                    <a:srgbClr val="7F7F7F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/>
                <p:cNvCxnSpPr/>
                <p:nvPr/>
              </p:nvCxnSpPr>
              <p:spPr>
                <a:xfrm flipV="1">
                  <a:off x="2211257" y="1927655"/>
                  <a:ext cx="0" cy="306232"/>
                </a:xfrm>
                <a:prstGeom prst="line">
                  <a:avLst/>
                </a:prstGeom>
                <a:ln w="38100" cmpd="sng">
                  <a:solidFill>
                    <a:srgbClr val="7F7F7F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/>
                <p:cNvCxnSpPr/>
                <p:nvPr/>
              </p:nvCxnSpPr>
              <p:spPr>
                <a:xfrm>
                  <a:off x="2211257" y="1927655"/>
                  <a:ext cx="586661" cy="0"/>
                </a:xfrm>
                <a:prstGeom prst="line">
                  <a:avLst/>
                </a:prstGeom>
                <a:ln w="38100" cmpd="sng">
                  <a:solidFill>
                    <a:srgbClr val="7F7F7F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4" name="Group 43"/>
              <p:cNvGrpSpPr/>
              <p:nvPr/>
            </p:nvGrpSpPr>
            <p:grpSpPr>
              <a:xfrm rot="10800000">
                <a:off x="1874090" y="3819950"/>
                <a:ext cx="419043" cy="179022"/>
                <a:chOff x="2211257" y="2420849"/>
                <a:chExt cx="586661" cy="306232"/>
              </a:xfrm>
              <a:effectLst/>
            </p:grpSpPr>
            <p:cxnSp>
              <p:nvCxnSpPr>
                <p:cNvPr id="45" name="Straight Connector 44"/>
                <p:cNvCxnSpPr/>
                <p:nvPr/>
              </p:nvCxnSpPr>
              <p:spPr>
                <a:xfrm flipV="1">
                  <a:off x="2797918" y="2420849"/>
                  <a:ext cx="0" cy="306232"/>
                </a:xfrm>
                <a:prstGeom prst="line">
                  <a:avLst/>
                </a:prstGeom>
                <a:ln w="38100" cmpd="sng">
                  <a:solidFill>
                    <a:srgbClr val="7F7F7F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Connector 45"/>
                <p:cNvCxnSpPr/>
                <p:nvPr/>
              </p:nvCxnSpPr>
              <p:spPr>
                <a:xfrm flipV="1">
                  <a:off x="2211257" y="2420849"/>
                  <a:ext cx="0" cy="306232"/>
                </a:xfrm>
                <a:prstGeom prst="line">
                  <a:avLst/>
                </a:prstGeom>
                <a:ln w="38100" cmpd="sng">
                  <a:solidFill>
                    <a:srgbClr val="7F7F7F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Straight Connector 46"/>
                <p:cNvCxnSpPr/>
                <p:nvPr/>
              </p:nvCxnSpPr>
              <p:spPr>
                <a:xfrm>
                  <a:off x="2211257" y="2420849"/>
                  <a:ext cx="586661" cy="0"/>
                </a:xfrm>
                <a:prstGeom prst="line">
                  <a:avLst/>
                </a:prstGeom>
                <a:ln w="38100" cmpd="sng">
                  <a:solidFill>
                    <a:srgbClr val="7F7F7F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8" name="Oval 47"/>
              <p:cNvSpPr/>
              <p:nvPr/>
            </p:nvSpPr>
            <p:spPr>
              <a:xfrm>
                <a:off x="2038648" y="3716171"/>
                <a:ext cx="105229" cy="103152"/>
              </a:xfrm>
              <a:prstGeom prst="ellipse">
                <a:avLst/>
              </a:prstGeom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9" name="Straight Connector 48"/>
              <p:cNvCxnSpPr/>
              <p:nvPr/>
            </p:nvCxnSpPr>
            <p:spPr>
              <a:xfrm>
                <a:off x="1127445" y="3765993"/>
                <a:ext cx="2186215" cy="1754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>
              <a:xfrm>
                <a:off x="1874089" y="3716798"/>
                <a:ext cx="0" cy="11041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  <a:alpha val="53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>
              <a:xfrm>
                <a:off x="2293132" y="3716798"/>
                <a:ext cx="0" cy="11041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  <a:alpha val="53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4" name="Group 53"/>
              <p:cNvGrpSpPr/>
              <p:nvPr/>
            </p:nvGrpSpPr>
            <p:grpSpPr>
              <a:xfrm rot="16200000">
                <a:off x="3679857" y="4284213"/>
                <a:ext cx="275011" cy="415856"/>
                <a:chOff x="2077246" y="3246892"/>
                <a:chExt cx="712041" cy="1030136"/>
              </a:xfrm>
            </p:grpSpPr>
            <p:sp>
              <p:nvSpPr>
                <p:cNvPr id="55" name="Rounded Rectangle 54"/>
                <p:cNvSpPr/>
                <p:nvPr/>
              </p:nvSpPr>
              <p:spPr>
                <a:xfrm>
                  <a:off x="2077246" y="3420055"/>
                  <a:ext cx="712041" cy="856973"/>
                </a:xfrm>
                <a:prstGeom prst="roundRect">
                  <a:avLst/>
                </a:prstGeom>
                <a:solidFill>
                  <a:srgbClr val="800000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56" name="Rectangle 55"/>
                <p:cNvSpPr/>
                <p:nvPr/>
              </p:nvSpPr>
              <p:spPr>
                <a:xfrm>
                  <a:off x="2237110" y="3246892"/>
                  <a:ext cx="381880" cy="173170"/>
                </a:xfrm>
                <a:prstGeom prst="rect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cxnSp>
          <p:nvCxnSpPr>
            <p:cNvPr id="62" name="Straight Connector 61"/>
            <p:cNvCxnSpPr/>
            <p:nvPr/>
          </p:nvCxnSpPr>
          <p:spPr>
            <a:xfrm>
              <a:off x="3187950" y="3640276"/>
              <a:ext cx="238532" cy="251433"/>
            </a:xfrm>
            <a:prstGeom prst="line">
              <a:avLst/>
            </a:prstGeom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/>
            <p:cNvCxnSpPr/>
            <p:nvPr/>
          </p:nvCxnSpPr>
          <p:spPr>
            <a:xfrm>
              <a:off x="3192200" y="4372955"/>
              <a:ext cx="238532" cy="251433"/>
            </a:xfrm>
            <a:prstGeom prst="line">
              <a:avLst/>
            </a:prstGeom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2333047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1966961" y="808218"/>
            <a:ext cx="4318000" cy="3683000"/>
            <a:chOff x="1966961" y="808218"/>
            <a:chExt cx="4318000" cy="3683000"/>
          </a:xfrm>
        </p:grpSpPr>
        <p:pic>
          <p:nvPicPr>
            <p:cNvPr id="4" name="Picture 3" descr="beamprofile_grid_examp.jp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66961" y="808218"/>
              <a:ext cx="4318000" cy="3683000"/>
            </a:xfrm>
            <a:prstGeom prst="rect">
              <a:avLst/>
            </a:prstGeom>
          </p:spPr>
        </p:pic>
        <p:cxnSp>
          <p:nvCxnSpPr>
            <p:cNvPr id="6" name="Straight Arrow Connector 5"/>
            <p:cNvCxnSpPr/>
            <p:nvPr/>
          </p:nvCxnSpPr>
          <p:spPr>
            <a:xfrm>
              <a:off x="4003472" y="1934101"/>
              <a:ext cx="0" cy="1695562"/>
            </a:xfrm>
            <a:prstGeom prst="straightConnector1">
              <a:avLst/>
            </a:prstGeom>
            <a:ln w="38100" cmpd="sng">
              <a:solidFill>
                <a:srgbClr val="FF0000"/>
              </a:solidFill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/>
            <p:cNvCxnSpPr/>
            <p:nvPr/>
          </p:nvCxnSpPr>
          <p:spPr>
            <a:xfrm>
              <a:off x="4125961" y="3829520"/>
              <a:ext cx="947683" cy="0"/>
            </a:xfrm>
            <a:prstGeom prst="straightConnector1">
              <a:avLst/>
            </a:prstGeom>
            <a:ln w="38100" cmpd="sng">
              <a:solidFill>
                <a:srgbClr val="FF0000"/>
              </a:solidFill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/>
            <p:cNvSpPr txBox="1"/>
            <p:nvPr/>
          </p:nvSpPr>
          <p:spPr>
            <a:xfrm>
              <a:off x="3042896" y="2585248"/>
              <a:ext cx="8620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solidFill>
                    <a:srgbClr val="FF0000"/>
                  </a:solidFill>
                </a:rPr>
                <a:t>124 </a:t>
              </a:r>
              <a:r>
                <a:rPr lang="en-US" dirty="0" err="1" smtClean="0">
                  <a:solidFill>
                    <a:srgbClr val="FF0000"/>
                  </a:solidFill>
                </a:rPr>
                <a:t>pxl</a:t>
              </a:r>
              <a:endParaRPr lang="en-US" dirty="0">
                <a:solidFill>
                  <a:srgbClr val="FF0000"/>
                </a:solidFill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4211584" y="3921569"/>
              <a:ext cx="7450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solidFill>
                    <a:srgbClr val="FF0000"/>
                  </a:solidFill>
                </a:rPr>
                <a:t>68 </a:t>
              </a:r>
              <a:r>
                <a:rPr lang="en-US" dirty="0" err="1" smtClean="0">
                  <a:solidFill>
                    <a:srgbClr val="FF0000"/>
                  </a:solidFill>
                </a:rPr>
                <a:t>pxl</a:t>
              </a:r>
              <a:endParaRPr lang="en-US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6945927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roup 48"/>
          <p:cNvGrpSpPr/>
          <p:nvPr/>
        </p:nvGrpSpPr>
        <p:grpSpPr>
          <a:xfrm>
            <a:off x="2775281" y="1762783"/>
            <a:ext cx="3792145" cy="3392367"/>
            <a:chOff x="3050589" y="1625140"/>
            <a:chExt cx="3792145" cy="3392367"/>
          </a:xfrm>
        </p:grpSpPr>
        <p:grpSp>
          <p:nvGrpSpPr>
            <p:cNvPr id="14" name="Group 13"/>
            <p:cNvGrpSpPr/>
            <p:nvPr/>
          </p:nvGrpSpPr>
          <p:grpSpPr>
            <a:xfrm>
              <a:off x="3050589" y="1625140"/>
              <a:ext cx="3792145" cy="2202376"/>
              <a:chOff x="3050589" y="1625140"/>
              <a:chExt cx="3792145" cy="2202376"/>
            </a:xfrm>
          </p:grpSpPr>
          <p:sp>
            <p:nvSpPr>
              <p:cNvPr id="6" name="Rectangle 5"/>
              <p:cNvSpPr/>
              <p:nvPr/>
            </p:nvSpPr>
            <p:spPr>
              <a:xfrm>
                <a:off x="3050589" y="1989243"/>
                <a:ext cx="3792145" cy="421824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Down Arrow 7"/>
              <p:cNvSpPr/>
              <p:nvPr/>
            </p:nvSpPr>
            <p:spPr>
              <a:xfrm>
                <a:off x="4493737" y="1989243"/>
                <a:ext cx="639425" cy="1838273"/>
              </a:xfrm>
              <a:prstGeom prst="downArrow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Down Arrow 8"/>
              <p:cNvSpPr/>
              <p:nvPr/>
            </p:nvSpPr>
            <p:spPr>
              <a:xfrm>
                <a:off x="4751283" y="1989243"/>
                <a:ext cx="639425" cy="1838273"/>
              </a:xfrm>
              <a:prstGeom prst="downArrow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" name="Isosceles Triangle 3"/>
              <p:cNvSpPr/>
              <p:nvPr/>
            </p:nvSpPr>
            <p:spPr>
              <a:xfrm rot="10800000">
                <a:off x="4413809" y="1625140"/>
                <a:ext cx="1074589" cy="825890"/>
              </a:xfrm>
              <a:prstGeom prst="triangle">
                <a:avLst>
                  <a:gd name="adj" fmla="val 50001"/>
                </a:avLst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>
                <a:off x="3050589" y="2007004"/>
                <a:ext cx="73447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>
                    <a:solidFill>
                      <a:schemeClr val="bg1"/>
                    </a:solidFill>
                  </a:rPr>
                  <a:t>North</a:t>
                </a:r>
                <a:endParaRPr 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2" name="TextBox 11"/>
              <p:cNvSpPr txBox="1"/>
              <p:nvPr/>
            </p:nvSpPr>
            <p:spPr>
              <a:xfrm>
                <a:off x="6108263" y="1989243"/>
                <a:ext cx="73232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>
                    <a:solidFill>
                      <a:srgbClr val="FFFFFF"/>
                    </a:solidFill>
                  </a:rPr>
                  <a:t>South</a:t>
                </a:r>
                <a:endParaRPr lang="en-US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13" name="TextBox 12"/>
              <p:cNvSpPr txBox="1"/>
              <p:nvPr/>
            </p:nvSpPr>
            <p:spPr>
              <a:xfrm>
                <a:off x="4591426" y="1634020"/>
                <a:ext cx="7120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>
                    <a:solidFill>
                      <a:srgbClr val="FFFFFF"/>
                    </a:solidFill>
                  </a:rPr>
                  <a:t>Prism</a:t>
                </a:r>
                <a:endParaRPr lang="en-US" dirty="0"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15" name="Rounded Rectangle 14"/>
            <p:cNvSpPr/>
            <p:nvPr/>
          </p:nvSpPr>
          <p:spPr>
            <a:xfrm>
              <a:off x="4591426" y="4160535"/>
              <a:ext cx="712041" cy="856972"/>
            </a:xfrm>
            <a:prstGeom prst="roundRect">
              <a:avLst/>
            </a:prstGeom>
            <a:solidFill>
              <a:srgbClr val="8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Cam</a:t>
              </a:r>
              <a:endParaRPr lang="en-US" dirty="0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4751283" y="3987364"/>
              <a:ext cx="381879" cy="173171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5621612" y="3232518"/>
              <a:ext cx="1221122" cy="1172232"/>
            </a:xfrm>
            <a:prstGeom prst="rect">
              <a:avLst/>
            </a:prstGeom>
            <a:noFill/>
            <a:ln w="38100" cmpd="sng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9" name="Curved Connector 18"/>
            <p:cNvCxnSpPr>
              <a:stCxn id="15" idx="2"/>
              <a:endCxn id="17" idx="2"/>
            </p:cNvCxnSpPr>
            <p:nvPr/>
          </p:nvCxnSpPr>
          <p:spPr>
            <a:xfrm rot="5400000" flipH="1" flipV="1">
              <a:off x="5283431" y="4068766"/>
              <a:ext cx="612757" cy="1284726"/>
            </a:xfrm>
            <a:prstGeom prst="curvedConnector3">
              <a:avLst>
                <a:gd name="adj1" fmla="val -37307"/>
              </a:avLst>
            </a:prstGeom>
            <a:ln>
              <a:solidFill>
                <a:srgbClr val="7F7F7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Oval 20"/>
            <p:cNvSpPr/>
            <p:nvPr/>
          </p:nvSpPr>
          <p:spPr>
            <a:xfrm>
              <a:off x="5705295" y="3432324"/>
              <a:ext cx="756410" cy="728211"/>
            </a:xfrm>
            <a:prstGeom prst="ellipse">
              <a:avLst/>
            </a:prstGeom>
            <a:solidFill>
              <a:srgbClr val="FF0000">
                <a:alpha val="26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/>
            <p:cNvSpPr/>
            <p:nvPr/>
          </p:nvSpPr>
          <p:spPr>
            <a:xfrm>
              <a:off x="5937651" y="3432324"/>
              <a:ext cx="756410" cy="728211"/>
            </a:xfrm>
            <a:prstGeom prst="ellipse">
              <a:avLst/>
            </a:prstGeom>
            <a:solidFill>
              <a:srgbClr val="FF0000">
                <a:alpha val="26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5" name="Straight Connector 24"/>
            <p:cNvCxnSpPr/>
            <p:nvPr/>
          </p:nvCxnSpPr>
          <p:spPr>
            <a:xfrm>
              <a:off x="6214411" y="3458967"/>
              <a:ext cx="0" cy="672712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6295763" y="3498931"/>
              <a:ext cx="0" cy="589766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6128447" y="3500354"/>
              <a:ext cx="0" cy="589766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>
              <a:stCxn id="23" idx="1"/>
              <a:endCxn id="23" idx="3"/>
            </p:cNvCxnSpPr>
            <p:nvPr/>
          </p:nvCxnSpPr>
          <p:spPr>
            <a:xfrm>
              <a:off x="6048425" y="3538968"/>
              <a:ext cx="0" cy="514923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369564" y="3558153"/>
              <a:ext cx="0" cy="446973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>
              <a:off x="5982057" y="3632138"/>
              <a:ext cx="0" cy="346345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>
              <a:off x="6438365" y="3676541"/>
              <a:ext cx="0" cy="227796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8950040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354287" y="163513"/>
            <a:ext cx="6350000" cy="4216400"/>
            <a:chOff x="354287" y="163513"/>
            <a:chExt cx="6350000" cy="4216400"/>
          </a:xfrm>
        </p:grpSpPr>
        <p:pic>
          <p:nvPicPr>
            <p:cNvPr id="4" name="Picture 3" descr="harwell_aerial.jp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4287" y="163513"/>
              <a:ext cx="6350000" cy="4216400"/>
            </a:xfrm>
            <a:prstGeom prst="rect">
              <a:avLst/>
            </a:prstGeom>
          </p:spPr>
        </p:pic>
        <p:sp>
          <p:nvSpPr>
            <p:cNvPr id="6" name="Oval 5"/>
            <p:cNvSpPr/>
            <p:nvPr/>
          </p:nvSpPr>
          <p:spPr>
            <a:xfrm>
              <a:off x="3450208" y="1411661"/>
              <a:ext cx="207119" cy="207116"/>
            </a:xfrm>
            <a:prstGeom prst="ellipse">
              <a:avLst/>
            </a:prstGeom>
            <a:noFill/>
            <a:ln w="38100" cmpd="sng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Left Arrow 6"/>
            <p:cNvSpPr/>
            <p:nvPr/>
          </p:nvSpPr>
          <p:spPr>
            <a:xfrm rot="18325901">
              <a:off x="3531964" y="1171795"/>
              <a:ext cx="419694" cy="87207"/>
            </a:xfrm>
            <a:prstGeom prst="left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657327" y="725555"/>
              <a:ext cx="1401157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solidFill>
                    <a:srgbClr val="FF0000"/>
                  </a:solidFill>
                </a:rPr>
                <a:t>Astra Gemini</a:t>
              </a:r>
              <a:endParaRPr lang="en-US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171989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213</TotalTime>
  <Words>10</Words>
  <Application>Microsoft Macintosh PowerPoint</Application>
  <PresentationFormat>On-screen Show (4:3)</PresentationFormat>
  <Paragraphs>7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Elias G</dc:creator>
  <cp:lastModifiedBy>Elias G</cp:lastModifiedBy>
  <cp:revision>14</cp:revision>
  <dcterms:created xsi:type="dcterms:W3CDTF">2017-02-03T15:28:09Z</dcterms:created>
  <dcterms:modified xsi:type="dcterms:W3CDTF">2017-03-15T09:26:23Z</dcterms:modified>
</cp:coreProperties>
</file>